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608" indent="0" algn="ctr">
              <a:buNone/>
              <a:defRPr sz="2667"/>
            </a:lvl2pPr>
            <a:lvl3pPr marL="1219215" indent="0" algn="ctr">
              <a:buNone/>
              <a:defRPr sz="2400"/>
            </a:lvl3pPr>
            <a:lvl4pPr marL="1828823" indent="0" algn="ctr">
              <a:buNone/>
              <a:defRPr sz="2133"/>
            </a:lvl4pPr>
            <a:lvl5pPr marL="2438430" indent="0" algn="ctr">
              <a:buNone/>
              <a:defRPr sz="2133"/>
            </a:lvl5pPr>
            <a:lvl6pPr marL="3048038" indent="0" algn="ctr">
              <a:buNone/>
              <a:defRPr sz="2133"/>
            </a:lvl6pPr>
            <a:lvl7pPr marL="3657646" indent="0" algn="ctr">
              <a:buNone/>
              <a:defRPr sz="2133"/>
            </a:lvl7pPr>
            <a:lvl8pPr marL="4267253" indent="0" algn="ctr">
              <a:buNone/>
              <a:defRPr sz="2133"/>
            </a:lvl8pPr>
            <a:lvl9pPr marL="4876861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979A3-F8A9-4EC8-A8B2-C0CC63B145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0BE6-4B03-4571-B939-6F17CE81D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10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979A3-F8A9-4EC8-A8B2-C0CC63B145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0BE6-4B03-4571-B939-6F17CE81D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43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9"/>
            <a:ext cx="10515600" cy="285273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5"/>
            <a:ext cx="10515600" cy="150018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608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215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82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43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803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646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25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861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979A3-F8A9-4EC8-A8B2-C0CC63B145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0BE6-4B03-4571-B939-6F17CE81D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99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979A3-F8A9-4EC8-A8B2-C0CC63B145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0BE6-4B03-4571-B939-6F17CE81D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61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8" indent="0">
              <a:buNone/>
              <a:defRPr sz="2667" b="1"/>
            </a:lvl2pPr>
            <a:lvl3pPr marL="1219215" indent="0">
              <a:buNone/>
              <a:defRPr sz="2400" b="1"/>
            </a:lvl3pPr>
            <a:lvl4pPr marL="1828823" indent="0">
              <a:buNone/>
              <a:defRPr sz="2133" b="1"/>
            </a:lvl4pPr>
            <a:lvl5pPr marL="2438430" indent="0">
              <a:buNone/>
              <a:defRPr sz="2133" b="1"/>
            </a:lvl5pPr>
            <a:lvl6pPr marL="3048038" indent="0">
              <a:buNone/>
              <a:defRPr sz="2133" b="1"/>
            </a:lvl6pPr>
            <a:lvl7pPr marL="3657646" indent="0">
              <a:buNone/>
              <a:defRPr sz="2133" b="1"/>
            </a:lvl7pPr>
            <a:lvl8pPr marL="4267253" indent="0">
              <a:buNone/>
              <a:defRPr sz="2133" b="1"/>
            </a:lvl8pPr>
            <a:lvl9pPr marL="4876861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8" indent="0">
              <a:buNone/>
              <a:defRPr sz="2667" b="1"/>
            </a:lvl2pPr>
            <a:lvl3pPr marL="1219215" indent="0">
              <a:buNone/>
              <a:defRPr sz="2400" b="1"/>
            </a:lvl3pPr>
            <a:lvl4pPr marL="1828823" indent="0">
              <a:buNone/>
              <a:defRPr sz="2133" b="1"/>
            </a:lvl4pPr>
            <a:lvl5pPr marL="2438430" indent="0">
              <a:buNone/>
              <a:defRPr sz="2133" b="1"/>
            </a:lvl5pPr>
            <a:lvl6pPr marL="3048038" indent="0">
              <a:buNone/>
              <a:defRPr sz="2133" b="1"/>
            </a:lvl6pPr>
            <a:lvl7pPr marL="3657646" indent="0">
              <a:buNone/>
              <a:defRPr sz="2133" b="1"/>
            </a:lvl7pPr>
            <a:lvl8pPr marL="4267253" indent="0">
              <a:buNone/>
              <a:defRPr sz="2133" b="1"/>
            </a:lvl8pPr>
            <a:lvl9pPr marL="4876861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979A3-F8A9-4EC8-A8B2-C0CC63B145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0BE6-4B03-4571-B939-6F17CE81D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3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979A3-F8A9-4EC8-A8B2-C0CC63B145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0BE6-4B03-4571-B939-6F17CE81D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44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979A3-F8A9-4EC8-A8B2-C0CC63B145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0BE6-4B03-4571-B939-6F17CE81D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11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2133"/>
            </a:lvl1pPr>
            <a:lvl2pPr marL="609608" indent="0">
              <a:buNone/>
              <a:defRPr sz="1867"/>
            </a:lvl2pPr>
            <a:lvl3pPr marL="1219215" indent="0">
              <a:buNone/>
              <a:defRPr sz="1600"/>
            </a:lvl3pPr>
            <a:lvl4pPr marL="1828823" indent="0">
              <a:buNone/>
              <a:defRPr sz="1333"/>
            </a:lvl4pPr>
            <a:lvl5pPr marL="2438430" indent="0">
              <a:buNone/>
              <a:defRPr sz="1333"/>
            </a:lvl5pPr>
            <a:lvl6pPr marL="3048038" indent="0">
              <a:buNone/>
              <a:defRPr sz="1333"/>
            </a:lvl6pPr>
            <a:lvl7pPr marL="3657646" indent="0">
              <a:buNone/>
              <a:defRPr sz="1333"/>
            </a:lvl7pPr>
            <a:lvl8pPr marL="4267253" indent="0">
              <a:buNone/>
              <a:defRPr sz="1333"/>
            </a:lvl8pPr>
            <a:lvl9pPr marL="4876861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979A3-F8A9-4EC8-A8B2-C0CC63B145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0BE6-4B03-4571-B939-6F17CE81D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10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608" indent="0">
              <a:buNone/>
              <a:defRPr sz="3733"/>
            </a:lvl2pPr>
            <a:lvl3pPr marL="1219215" indent="0">
              <a:buNone/>
              <a:defRPr sz="3200"/>
            </a:lvl3pPr>
            <a:lvl4pPr marL="1828823" indent="0">
              <a:buNone/>
              <a:defRPr sz="2667"/>
            </a:lvl4pPr>
            <a:lvl5pPr marL="2438430" indent="0">
              <a:buNone/>
              <a:defRPr sz="2667"/>
            </a:lvl5pPr>
            <a:lvl6pPr marL="3048038" indent="0">
              <a:buNone/>
              <a:defRPr sz="2667"/>
            </a:lvl6pPr>
            <a:lvl7pPr marL="3657646" indent="0">
              <a:buNone/>
              <a:defRPr sz="2667"/>
            </a:lvl7pPr>
            <a:lvl8pPr marL="4267253" indent="0">
              <a:buNone/>
              <a:defRPr sz="2667"/>
            </a:lvl8pPr>
            <a:lvl9pPr marL="4876861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2133"/>
            </a:lvl1pPr>
            <a:lvl2pPr marL="609608" indent="0">
              <a:buNone/>
              <a:defRPr sz="1867"/>
            </a:lvl2pPr>
            <a:lvl3pPr marL="1219215" indent="0">
              <a:buNone/>
              <a:defRPr sz="1600"/>
            </a:lvl3pPr>
            <a:lvl4pPr marL="1828823" indent="0">
              <a:buNone/>
              <a:defRPr sz="1333"/>
            </a:lvl4pPr>
            <a:lvl5pPr marL="2438430" indent="0">
              <a:buNone/>
              <a:defRPr sz="1333"/>
            </a:lvl5pPr>
            <a:lvl6pPr marL="3048038" indent="0">
              <a:buNone/>
              <a:defRPr sz="1333"/>
            </a:lvl6pPr>
            <a:lvl7pPr marL="3657646" indent="0">
              <a:buNone/>
              <a:defRPr sz="1333"/>
            </a:lvl7pPr>
            <a:lvl8pPr marL="4267253" indent="0">
              <a:buNone/>
              <a:defRPr sz="1333"/>
            </a:lvl8pPr>
            <a:lvl9pPr marL="4876861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979A3-F8A9-4EC8-A8B2-C0CC63B145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0BE6-4B03-4571-B939-6F17CE81D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46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979A3-F8A9-4EC8-A8B2-C0CC63B145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0BE6-4B03-4571-B939-6F17CE81D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979A3-F8A9-4EC8-A8B2-C0CC63B145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0BE6-4B03-4571-B939-6F17CE81D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7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979A3-F8A9-4EC8-A8B2-C0CC63B145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A0BE6-4B03-4571-B939-6F17CE81D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60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215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804" indent="-304804" algn="l" defTabSz="1219215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411" indent="-304804" algn="l" defTabSz="1219215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19" indent="-304804" algn="l" defTabSz="1219215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627" indent="-304804" algn="l" defTabSz="1219215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34" indent="-304804" algn="l" defTabSz="1219215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42" indent="-304804" algn="l" defTabSz="1219215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50" indent="-304804" algn="l" defTabSz="1219215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57" indent="-304804" algn="l" defTabSz="1219215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65" indent="-304804" algn="l" defTabSz="1219215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1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8" algn="l" defTabSz="121921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15" algn="l" defTabSz="121921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23" algn="l" defTabSz="121921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30" algn="l" defTabSz="121921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38" algn="l" defTabSz="121921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46" algn="l" defTabSz="121921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53" algn="l" defTabSz="121921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61" algn="l" defTabSz="121921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5D30CDD9-9B29-C196-C242-DC5ED0D12675}"/>
              </a:ext>
            </a:extLst>
          </p:cNvPr>
          <p:cNvGrpSpPr/>
          <p:nvPr/>
        </p:nvGrpSpPr>
        <p:grpSpPr>
          <a:xfrm>
            <a:off x="162043" y="95320"/>
            <a:ext cx="11870241" cy="6752415"/>
            <a:chOff x="162043" y="95320"/>
            <a:chExt cx="11870241" cy="675241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E178B68-EDFF-0F1B-3117-1062D6CB5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2043" y="625038"/>
              <a:ext cx="11870241" cy="369397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CCDB766-CC3E-A206-DA4E-7BA7E0CAD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4381"/>
            <a:stretch>
              <a:fillRect/>
            </a:stretch>
          </p:blipFill>
          <p:spPr>
            <a:xfrm>
              <a:off x="6501347" y="4479402"/>
              <a:ext cx="5277587" cy="225982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FD3B513-ADDA-747A-A499-7065EF092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0000"/>
            <a:stretch>
              <a:fillRect/>
            </a:stretch>
          </p:blipFill>
          <p:spPr>
            <a:xfrm>
              <a:off x="726875" y="4370889"/>
              <a:ext cx="5277587" cy="2476846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B01BC10-43BD-4BC0-E8BB-D575B0D18F01}"/>
                </a:ext>
              </a:extLst>
            </p:cNvPr>
            <p:cNvSpPr txBox="1"/>
            <p:nvPr/>
          </p:nvSpPr>
          <p:spPr>
            <a:xfrm>
              <a:off x="162043" y="95320"/>
              <a:ext cx="7035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Title: Effect of depth of NNGP on the accuracy and MSE of the models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934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15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Myeongseon Lee</dc:creator>
  <cp:lastModifiedBy>Myeongseon Lee</cp:lastModifiedBy>
  <cp:revision>2</cp:revision>
  <dcterms:created xsi:type="dcterms:W3CDTF">2026-10-02T04:00:48Z</dcterms:created>
  <dcterms:modified xsi:type="dcterms:W3CDTF">2026-10-02T04:17:53Z</dcterms:modified>
</cp:coreProperties>
</file>