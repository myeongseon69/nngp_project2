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77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2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59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4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9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89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4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5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17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42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00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7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E093A-F7BE-4F29-B36B-03C4E55B065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1FEC62-6C69-4E35-B44E-03F1E4C8B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0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176E1930-08FC-8818-9E15-C26135CA3536}"/>
              </a:ext>
            </a:extLst>
          </p:cNvPr>
          <p:cNvGrpSpPr/>
          <p:nvPr/>
        </p:nvGrpSpPr>
        <p:grpSpPr>
          <a:xfrm>
            <a:off x="152400" y="426720"/>
            <a:ext cx="6638356" cy="11432063"/>
            <a:chOff x="152400" y="426720"/>
            <a:chExt cx="6638356" cy="1143206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77D0DB7-B311-A32C-4B8B-BDE3664959EF}"/>
                </a:ext>
              </a:extLst>
            </p:cNvPr>
            <p:cNvGrpSpPr/>
            <p:nvPr/>
          </p:nvGrpSpPr>
          <p:grpSpPr>
            <a:xfrm>
              <a:off x="160605" y="1511772"/>
              <a:ext cx="6513636" cy="10347011"/>
              <a:chOff x="267285" y="1374612"/>
              <a:chExt cx="6513636" cy="10347011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E4BF9B3-5D6D-67C3-2541-FFBD36C360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50000"/>
              <a:stretch>
                <a:fillRect/>
              </a:stretch>
            </p:blipFill>
            <p:spPr>
              <a:xfrm>
                <a:off x="3351921" y="1384192"/>
                <a:ext cx="3429000" cy="514997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87D6A75-5A7F-939A-CA26-FF390042B5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0000"/>
              <a:stretch>
                <a:fillRect/>
              </a:stretch>
            </p:blipFill>
            <p:spPr>
              <a:xfrm>
                <a:off x="3351919" y="6571653"/>
                <a:ext cx="3429001" cy="5149970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411367B2-345C-EFBB-5FF0-3F84577818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4611" y="1374612"/>
                <a:ext cx="3277216" cy="2566257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A36667D1-87A6-7AE4-9EF1-B12D21D909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4611" y="3955772"/>
                <a:ext cx="3277216" cy="2566257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76D20229-4B79-3BBE-229B-99A3C4595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285" y="6571652"/>
                <a:ext cx="3277216" cy="2566257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47008D79-C0EA-D4CC-28DC-60A7B0B50A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740" y="9141234"/>
                <a:ext cx="3277216" cy="2566257"/>
              </a:xfrm>
              <a:prstGeom prst="rect">
                <a:avLst/>
              </a:prstGeom>
            </p:spPr>
          </p:pic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0A319C-39B4-495E-B120-6B93D81B101E}"/>
                </a:ext>
              </a:extLst>
            </p:cNvPr>
            <p:cNvSpPr txBox="1"/>
            <p:nvPr/>
          </p:nvSpPr>
          <p:spPr>
            <a:xfrm>
              <a:off x="274320" y="1051560"/>
              <a:ext cx="55331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(A) My work                                  (B) Original paper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B20B5DC-AB4E-1312-0858-713295013F80}"/>
                </a:ext>
              </a:extLst>
            </p:cNvPr>
            <p:cNvSpPr txBox="1"/>
            <p:nvPr/>
          </p:nvSpPr>
          <p:spPr>
            <a:xfrm>
              <a:off x="152400" y="426720"/>
              <a:ext cx="66383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Figure 8. Comparison of my work with the original paper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5762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</TotalTime>
  <Words>21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Myeongseon Lee</dc:creator>
  <cp:lastModifiedBy>Myeongseon Lee</cp:lastModifiedBy>
  <cp:revision>4</cp:revision>
  <dcterms:created xsi:type="dcterms:W3CDTF">2026-10-01T15:58:53Z</dcterms:created>
  <dcterms:modified xsi:type="dcterms:W3CDTF">2026-10-01T18:21:47Z</dcterms:modified>
</cp:coreProperties>
</file>