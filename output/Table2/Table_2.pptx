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EF677-5A4D-60E3-2288-620E7A96A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0270D3-5D99-01F1-A764-17FB8A604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27E20-82C4-DA6E-BB12-F964DDE74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ADAC-8662-4429-B246-664E626E14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88538-BD50-2455-FDC4-2E71399D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7FE0A-6AAD-437C-2EE6-94FF59FC8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8BDA-5B92-46FD-9799-2970E9C7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65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AB66C-6D95-A3A6-023E-996F25C7B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1FA77-4B5C-F2F1-17C4-6745AA15A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CD917-3F76-55FA-3E3D-0AB8A21F2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ADAC-8662-4429-B246-664E626E14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DBDEE-A014-B59C-D000-55BB61139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DD126-A269-7339-3CC0-A1115DE6F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8BDA-5B92-46FD-9799-2970E9C7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51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1E847-C9C3-5AC7-4D64-A481B079C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86B6F0-9E29-FB9A-725E-90127A771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BC667D-7B0E-0C3E-B4AF-E2EC94D6C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ADAC-8662-4429-B246-664E626E14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6FD6E-83AF-8E94-72FD-49C2D11A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A64F1-FDFB-547C-3CF5-3ABE4453A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8BDA-5B92-46FD-9799-2970E9C7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13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7FA4B-437F-5D24-8716-93AF5D351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62B35-1CB7-9DC5-CBC1-EFCB48A173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6969F-2A69-D20A-8FD1-D2B5FC74E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D7565-7572-933D-0479-AA98527D2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ADAC-8662-4429-B246-664E626E14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5CF96-AFE9-60B7-1D62-277C1975E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AD89F-CAC5-27FF-D446-99D3CC5C7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8BDA-5B92-46FD-9799-2970E9C7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28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A932D-18CB-A7A6-F6AD-017AD9DC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6B7DD-FD41-2CCB-21A0-16DC0AEA6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77020-391F-7E7F-9181-1952B89FF4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31C58F-D6E6-CFF8-78DA-459116B64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A2ACDC-82D3-EC37-41A6-29F4A0B8B7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1A4DE7-F77D-1A49-CA0D-F990A4ACE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ADAC-8662-4429-B246-664E626E14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6AA193-2BD8-719F-0E95-EFE89FD2E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7AE881-B7D8-CD1E-FD3C-BE577C668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8BDA-5B92-46FD-9799-2970E9C7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14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B2ADA-957C-5527-03DF-99BAFEF6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C75F53-14CE-A3EE-FF16-0536E3B06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ADAC-8662-4429-B246-664E626E14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86E190-EF39-7880-A7A2-DC2A2FAA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918DA3-1EB4-E3D5-A28D-C6FA8BA0B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8BDA-5B92-46FD-9799-2970E9C7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17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6130F3-8D6C-A9EB-1144-BA6EC801C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ADAC-8662-4429-B246-664E626E14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C5996D-F312-4FAC-0C83-ED255DEED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EF434-0FEA-A08F-3CDB-F0A76EDD6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8BDA-5B92-46FD-9799-2970E9C7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0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273E2-3251-ED7E-FE40-F634EC38E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05456-6572-C9ED-DBC8-E8F5354CA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FE5D-95D2-9AD7-5413-50744FEB8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FCA10-CAA3-3C38-56B9-8FEBF732D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ADAC-8662-4429-B246-664E626E14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27C24B-E9BA-C288-1F30-47829D791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98902-B298-C8DC-017B-19C30B6E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8BDA-5B92-46FD-9799-2970E9C7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79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B2253-239E-CDA5-F508-A3A158C0F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6FFD78-16A0-C592-8D81-EA9A54A76F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440F1-70F4-44EF-F91A-F9765039A1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9FA29-0748-53E6-B747-F483BB54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ADAC-8662-4429-B246-664E626E14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D1D8F-2098-02AC-DA19-B7897DF5B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D8611-F5AD-7F50-E85C-21AD0950B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8BDA-5B92-46FD-9799-2970E9C7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13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A4957-3F6A-533E-53C3-368FCF58C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B81B35-FD4D-0914-81B5-723368E26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1AEB8-4A88-3A4A-5CD1-419E3AEE2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ADAC-8662-4429-B246-664E626E14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05397-A5BB-62AF-7245-82AAF9267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29277-38AC-9164-F0FE-819335C21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8BDA-5B92-46FD-9799-2970E9C7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12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60FA82-DD2B-A135-2F25-C67DAD90C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DE45F6-6B07-79F6-48E6-A9D554029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FE2D2-DB26-DF59-ED4A-96BB9D34F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ADAC-8662-4429-B246-664E626E14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48827-2C82-9BC1-DB13-C6EF6E62E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E1E5DC-14BA-FF1D-054A-4F79FC9B2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88BDA-5B92-46FD-9799-2970E9C7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83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0DCE7-57C8-C1D4-5F61-9A90E0F27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2B0A5-D47B-5658-6F86-17BE6AA01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AA1A6-0D06-4AAB-2BBD-A4C462017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97ADAC-8662-4429-B246-664E626E14C0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868F6-3646-0B51-9FAF-44051F400E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A3860-C902-EE69-F034-DEB11230CA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88BDA-5B92-46FD-9799-2970E9C7D0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46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424D74-BF68-3927-F453-09E7AEA0D3B3}"/>
              </a:ext>
            </a:extLst>
          </p:cNvPr>
          <p:cNvSpPr txBox="1"/>
          <p:nvPr/>
        </p:nvSpPr>
        <p:spPr>
          <a:xfrm>
            <a:off x="51977" y="1487156"/>
            <a:ext cx="8822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Table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172B3F-F1B3-4610-1EC7-287AB9D2A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90" y="1787891"/>
            <a:ext cx="11956026" cy="380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732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Myeongseon Lee</dc:creator>
  <cp:lastModifiedBy>Myeongseon Lee</cp:lastModifiedBy>
  <cp:revision>2</cp:revision>
  <dcterms:created xsi:type="dcterms:W3CDTF">2026-10-02T04:22:43Z</dcterms:created>
  <dcterms:modified xsi:type="dcterms:W3CDTF">2026-10-02T07:17:33Z</dcterms:modified>
</cp:coreProperties>
</file>